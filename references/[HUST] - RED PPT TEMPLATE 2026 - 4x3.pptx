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75" r:id="rId2"/>
    <p:sldId id="276" r:id="rId3"/>
    <p:sldId id="257" r:id="rId4"/>
    <p:sldId id="265" r:id="rId5"/>
    <p:sldId id="261" r:id="rId6"/>
    <p:sldId id="266" r:id="rId7"/>
    <p:sldId id="270" r:id="rId8"/>
    <p:sldId id="267" r:id="rId9"/>
    <p:sldId id="271" r:id="rId10"/>
    <p:sldId id="272" r:id="rId11"/>
    <p:sldId id="273" r:id="rId12"/>
    <p:sldId id="27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1456AF-1961-47CB-B5F2-BA86C147B0E4}" v="1" dt="2026-10-26T17:45:42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13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ũ Quang Vinh" userId="e48870ba128d1fe3" providerId="LiveId" clId="{6D5EC081-B6E2-4673-A73D-6FA079A419F5}"/>
    <pc:docChg chg="modSld">
      <pc:chgData name="Vũ Quang Vinh" userId="e48870ba128d1fe3" providerId="LiveId" clId="{6D5EC081-B6E2-4673-A73D-6FA079A419F5}" dt="2026-10-26T17:45:42.830" v="2"/>
      <pc:docMkLst>
        <pc:docMk/>
      </pc:docMkLst>
      <pc:sldChg chg="addSp delSp modSp mod">
        <pc:chgData name="Vũ Quang Vinh" userId="e48870ba128d1fe3" providerId="LiveId" clId="{6D5EC081-B6E2-4673-A73D-6FA079A419F5}" dt="2026-10-26T17:45:42.830" v="2"/>
        <pc:sldMkLst>
          <pc:docMk/>
          <pc:sldMk cId="743172911" sldId="257"/>
        </pc:sldMkLst>
        <pc:spChg chg="add del mod">
          <ac:chgData name="Vũ Quang Vinh" userId="e48870ba128d1fe3" providerId="LiveId" clId="{6D5EC081-B6E2-4673-A73D-6FA079A419F5}" dt="2026-10-26T17:45:42.830" v="2"/>
          <ac:spMkLst>
            <pc:docMk/>
            <pc:sldMk cId="743172911" sldId="257"/>
            <ac:spMk id="2" creationId="{4B8902A6-FAF4-E498-A397-F22878F7572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25</Words>
  <Application>Microsoft Office PowerPoint</Application>
  <PresentationFormat>On-screen Show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Vũ Quang Vinh</cp:lastModifiedBy>
  <cp:revision>14</cp:revision>
  <dcterms:created xsi:type="dcterms:W3CDTF">2021-05-28T04:32:29Z</dcterms:created>
  <dcterms:modified xsi:type="dcterms:W3CDTF">2026-10-26T17:45:48Z</dcterms:modified>
</cp:coreProperties>
</file>