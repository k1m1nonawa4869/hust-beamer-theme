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9" r:id="rId2"/>
    <p:sldId id="256" r:id="rId3"/>
    <p:sldId id="257" r:id="rId4"/>
    <p:sldId id="260" r:id="rId5"/>
    <p:sldId id="261" r:id="rId6"/>
    <p:sldId id="258" r:id="rId7"/>
    <p:sldId id="264" r:id="rId8"/>
    <p:sldId id="263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10/23/2026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10/23/2026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10/23/2026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10/23/2026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10/23/2026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FE0E-299A-46D8-9DF7-2C84CBBC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2B1B2EF-F9E2-4625-AD70-EE979A3EA52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B7570B9-F44D-4F61-BF1F-C3F752BCAAB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4E653-E636-4EED-9A37-BC263FE8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0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AD8A-1EA9-C7CE-D797-0A3D974F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CFAC5-863F-C743-EE8D-B9564CC43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CE8-660D-F65D-7BA2-062181F1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1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787B8F-671E-899B-3B95-4CCE696D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A6010-86B5-CA9E-6538-49958090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8E2D656-4DFD-D837-76D3-A143B0106EB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CBAF409-B126-D20D-BE76-1D4AFBEB4A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CDCA-26D1-DE31-7955-F13FF981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4802-0381-50A3-7C85-B7B6ED4EFE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0FB4F-C0E4-5A49-AA97-BCAA527E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6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248DCA-B91F-BC5A-64CE-246CF358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308EB-C22C-0699-31DF-5588F4DD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9678272-23D5-2910-516A-D7EDB6A7FE5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00C4E-0536-65FC-3882-BD908064E9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9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26</Words>
  <Application>Microsoft Office PowerPoint</Application>
  <PresentationFormat>Màn hình rộng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Lê Duy Thành</cp:lastModifiedBy>
  <cp:revision>11</cp:revision>
  <dcterms:created xsi:type="dcterms:W3CDTF">2021-05-28T04:32:29Z</dcterms:created>
  <dcterms:modified xsi:type="dcterms:W3CDTF">2026-10-23T08:55:42Z</dcterms:modified>
</cp:coreProperties>
</file>