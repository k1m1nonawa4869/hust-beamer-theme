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75" r:id="rId2"/>
    <p:sldId id="276" r:id="rId3"/>
    <p:sldId id="257" r:id="rId4"/>
    <p:sldId id="265" r:id="rId5"/>
    <p:sldId id="261" r:id="rId6"/>
    <p:sldId id="266" r:id="rId7"/>
    <p:sldId id="270" r:id="rId8"/>
    <p:sldId id="267" r:id="rId9"/>
    <p:sldId id="271" r:id="rId10"/>
    <p:sldId id="272" r:id="rId11"/>
    <p:sldId id="273" r:id="rId12"/>
    <p:sldId id="274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61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4294967295"/>
          </p:nvPr>
        </p:nvSpPr>
        <p:spPr>
          <a:xfrm>
            <a:off x="247651" y="1406769"/>
            <a:ext cx="4324350" cy="465589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660869" y="1406769"/>
            <a:ext cx="4083844" cy="46561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E6E8B-CA6C-55F9-B624-AB2BC25AF2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94D1-B0B9-97CB-A9B2-4F2D31319A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8968A-F2A2-8005-6E03-B78E65864C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Lê Duy Thành</cp:lastModifiedBy>
  <cp:revision>13</cp:revision>
  <dcterms:created xsi:type="dcterms:W3CDTF">2021-05-28T04:32:29Z</dcterms:created>
  <dcterms:modified xsi:type="dcterms:W3CDTF">2026-10-23T08:42:50Z</dcterms:modified>
</cp:coreProperties>
</file>